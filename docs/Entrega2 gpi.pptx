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5615F4C-8DB5-4CD4-88B8-F95863990205}" v="59" dt="2026-05-01T04:34:55.34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01" y="7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ko A7x" userId="20328c26abaa9d6f" providerId="LiveId" clId="{38BF1695-285C-4F7B-912C-7C10D0494CBE}"/>
    <pc:docChg chg="undo custSel addSld delSld modSld sldOrd">
      <pc:chgData name="Niko A7x" userId="20328c26abaa9d6f" providerId="LiveId" clId="{38BF1695-285C-4F7B-912C-7C10D0494CBE}" dt="2026-05-01T04:50:07.436" v="187" actId="1076"/>
      <pc:docMkLst>
        <pc:docMk/>
      </pc:docMkLst>
      <pc:sldChg chg="addSp delSp modSp new mod setBg">
        <pc:chgData name="Niko A7x" userId="20328c26abaa9d6f" providerId="LiveId" clId="{38BF1695-285C-4F7B-912C-7C10D0494CBE}" dt="2026-05-01T04:49:13.490" v="175" actId="26606"/>
        <pc:sldMkLst>
          <pc:docMk/>
          <pc:sldMk cId="1893438368" sldId="256"/>
        </pc:sldMkLst>
        <pc:spChg chg="mod">
          <ac:chgData name="Niko A7x" userId="20328c26abaa9d6f" providerId="LiveId" clId="{38BF1695-285C-4F7B-912C-7C10D0494CBE}" dt="2026-05-01T04:49:13.490" v="175" actId="26606"/>
          <ac:spMkLst>
            <pc:docMk/>
            <pc:sldMk cId="1893438368" sldId="256"/>
            <ac:spMk id="2" creationId="{C1D0E70B-2FA2-FD3F-23E2-03BD2E4A498D}"/>
          </ac:spMkLst>
        </pc:spChg>
        <pc:spChg chg="mod">
          <ac:chgData name="Niko A7x" userId="20328c26abaa9d6f" providerId="LiveId" clId="{38BF1695-285C-4F7B-912C-7C10D0494CBE}" dt="2026-05-01T04:49:13.490" v="175" actId="26606"/>
          <ac:spMkLst>
            <pc:docMk/>
            <pc:sldMk cId="1893438368" sldId="256"/>
            <ac:spMk id="3" creationId="{F1B47B30-2832-0E5A-9877-71A8B4CA9B68}"/>
          </ac:spMkLst>
        </pc:spChg>
        <pc:spChg chg="add del">
          <ac:chgData name="Niko A7x" userId="20328c26abaa9d6f" providerId="LiveId" clId="{38BF1695-285C-4F7B-912C-7C10D0494CBE}" dt="2026-05-01T04:49:13.490" v="175" actId="26606"/>
          <ac:spMkLst>
            <pc:docMk/>
            <pc:sldMk cId="1893438368" sldId="256"/>
            <ac:spMk id="8" creationId="{6F5A5072-7B47-4D32-B52A-4EBBF590B8A5}"/>
          </ac:spMkLst>
        </pc:spChg>
        <pc:spChg chg="add del">
          <ac:chgData name="Niko A7x" userId="20328c26abaa9d6f" providerId="LiveId" clId="{38BF1695-285C-4F7B-912C-7C10D0494CBE}" dt="2026-05-01T04:49:13.490" v="175" actId="26606"/>
          <ac:spMkLst>
            <pc:docMk/>
            <pc:sldMk cId="1893438368" sldId="256"/>
            <ac:spMk id="10" creationId="{9715DAF0-AE1B-46C9-8A6B-DB2AA05AB91D}"/>
          </ac:spMkLst>
        </pc:spChg>
        <pc:spChg chg="add del">
          <ac:chgData name="Niko A7x" userId="20328c26abaa9d6f" providerId="LiveId" clId="{38BF1695-285C-4F7B-912C-7C10D0494CBE}" dt="2026-05-01T04:49:13.490" v="175" actId="26606"/>
          <ac:spMkLst>
            <pc:docMk/>
            <pc:sldMk cId="1893438368" sldId="256"/>
            <ac:spMk id="12" creationId="{6016219D-510E-4184-9090-6D5578A87BD1}"/>
          </ac:spMkLst>
        </pc:spChg>
        <pc:spChg chg="add del">
          <ac:chgData name="Niko A7x" userId="20328c26abaa9d6f" providerId="LiveId" clId="{38BF1695-285C-4F7B-912C-7C10D0494CBE}" dt="2026-05-01T04:49:13.490" v="175" actId="26606"/>
          <ac:spMkLst>
            <pc:docMk/>
            <pc:sldMk cId="1893438368" sldId="256"/>
            <ac:spMk id="14" creationId="{AFF4A713-7B75-4B21-90D7-5AB19547C728}"/>
          </ac:spMkLst>
        </pc:spChg>
        <pc:spChg chg="add del">
          <ac:chgData name="Niko A7x" userId="20328c26abaa9d6f" providerId="LiveId" clId="{38BF1695-285C-4F7B-912C-7C10D0494CBE}" dt="2026-05-01T04:49:13.490" v="175" actId="26606"/>
          <ac:spMkLst>
            <pc:docMk/>
            <pc:sldMk cId="1893438368" sldId="256"/>
            <ac:spMk id="16" creationId="{DC631C0B-6DA6-4E57-8231-CE32B3434A7E}"/>
          </ac:spMkLst>
        </pc:spChg>
        <pc:spChg chg="add del">
          <ac:chgData name="Niko A7x" userId="20328c26abaa9d6f" providerId="LiveId" clId="{38BF1695-285C-4F7B-912C-7C10D0494CBE}" dt="2026-05-01T04:49:13.490" v="175" actId="26606"/>
          <ac:spMkLst>
            <pc:docMk/>
            <pc:sldMk cId="1893438368" sldId="256"/>
            <ac:spMk id="18" creationId="{C29501E6-A978-4A61-9689-9085AF97A53A}"/>
          </ac:spMkLst>
        </pc:spChg>
        <pc:spChg chg="add">
          <ac:chgData name="Niko A7x" userId="20328c26abaa9d6f" providerId="LiveId" clId="{38BF1695-285C-4F7B-912C-7C10D0494CBE}" dt="2026-05-01T04:49:13.490" v="175" actId="26606"/>
          <ac:spMkLst>
            <pc:docMk/>
            <pc:sldMk cId="1893438368" sldId="256"/>
            <ac:spMk id="23" creationId="{9F79630B-0F0B-446E-A637-38FA8F61D10E}"/>
          </ac:spMkLst>
        </pc:spChg>
        <pc:spChg chg="add">
          <ac:chgData name="Niko A7x" userId="20328c26abaa9d6f" providerId="LiveId" clId="{38BF1695-285C-4F7B-912C-7C10D0494CBE}" dt="2026-05-01T04:49:13.490" v="175" actId="26606"/>
          <ac:spMkLst>
            <pc:docMk/>
            <pc:sldMk cId="1893438368" sldId="256"/>
            <ac:spMk id="25" creationId="{B3437C99-FC8E-4311-B48A-F0C4C329B154}"/>
          </ac:spMkLst>
        </pc:spChg>
        <pc:picChg chg="add">
          <ac:chgData name="Niko A7x" userId="20328c26abaa9d6f" providerId="LiveId" clId="{38BF1695-285C-4F7B-912C-7C10D0494CBE}" dt="2026-05-01T04:49:07.522" v="174" actId="22"/>
          <ac:picMkLst>
            <pc:docMk/>
            <pc:sldMk cId="1893438368" sldId="256"/>
            <ac:picMk id="5" creationId="{07832EE5-E14A-3362-C5E9-EFDD96981557}"/>
          </ac:picMkLst>
        </pc:picChg>
      </pc:sldChg>
      <pc:sldChg chg="addSp modSp new del mod">
        <pc:chgData name="Niko A7x" userId="20328c26abaa9d6f" providerId="LiveId" clId="{38BF1695-285C-4F7B-912C-7C10D0494CBE}" dt="2026-05-01T04:26:11.512" v="74" actId="2696"/>
        <pc:sldMkLst>
          <pc:docMk/>
          <pc:sldMk cId="1985098531" sldId="257"/>
        </pc:sldMkLst>
        <pc:spChg chg="mod">
          <ac:chgData name="Niko A7x" userId="20328c26abaa9d6f" providerId="LiveId" clId="{38BF1695-285C-4F7B-912C-7C10D0494CBE}" dt="2026-05-01T04:16:11.188" v="21"/>
          <ac:spMkLst>
            <pc:docMk/>
            <pc:sldMk cId="1985098531" sldId="257"/>
            <ac:spMk id="2" creationId="{DA8DDE1C-D633-23E0-8EE3-4448DC0C2F23}"/>
          </ac:spMkLst>
        </pc:spChg>
        <pc:graphicFrameChg chg="add mod">
          <ac:chgData name="Niko A7x" userId="20328c26abaa9d6f" providerId="LiveId" clId="{38BF1695-285C-4F7B-912C-7C10D0494CBE}" dt="2026-05-01T04:25:50.261" v="73" actId="1076"/>
          <ac:graphicFrameMkLst>
            <pc:docMk/>
            <pc:sldMk cId="1985098531" sldId="257"/>
            <ac:graphicFrameMk id="4" creationId="{6445B7E3-19FE-F7F2-6E76-3AAA05DBC6F9}"/>
          </ac:graphicFrameMkLst>
        </pc:graphicFrameChg>
      </pc:sldChg>
      <pc:sldChg chg="addSp delSp modSp new mod setBg addAnim delAnim">
        <pc:chgData name="Niko A7x" userId="20328c26abaa9d6f" providerId="LiveId" clId="{38BF1695-285C-4F7B-912C-7C10D0494CBE}" dt="2026-05-01T04:49:37.902" v="182"/>
        <pc:sldMkLst>
          <pc:docMk/>
          <pc:sldMk cId="3428571827" sldId="258"/>
        </pc:sldMkLst>
        <pc:spChg chg="mod">
          <ac:chgData name="Niko A7x" userId="20328c26abaa9d6f" providerId="LiveId" clId="{38BF1695-285C-4F7B-912C-7C10D0494CBE}" dt="2026-05-01T04:49:37.902" v="181" actId="26606"/>
          <ac:spMkLst>
            <pc:docMk/>
            <pc:sldMk cId="3428571827" sldId="258"/>
            <ac:spMk id="2" creationId="{F8480734-DCE6-B886-7019-977E868D335E}"/>
          </ac:spMkLst>
        </pc:spChg>
        <pc:spChg chg="del mod">
          <ac:chgData name="Niko A7x" userId="20328c26abaa9d6f" providerId="LiveId" clId="{38BF1695-285C-4F7B-912C-7C10D0494CBE}" dt="2026-05-01T04:31:39.145" v="100" actId="21"/>
          <ac:spMkLst>
            <pc:docMk/>
            <pc:sldMk cId="3428571827" sldId="258"/>
            <ac:spMk id="3" creationId="{CEAA46FC-6C34-A21F-1621-84FD99825ECE}"/>
          </ac:spMkLst>
        </pc:spChg>
        <pc:spChg chg="add del">
          <ac:chgData name="Niko A7x" userId="20328c26abaa9d6f" providerId="LiveId" clId="{38BF1695-285C-4F7B-912C-7C10D0494CBE}" dt="2026-05-01T04:49:31.992" v="178" actId="26606"/>
          <ac:spMkLst>
            <pc:docMk/>
            <pc:sldMk cId="3428571827" sldId="258"/>
            <ac:spMk id="20" creationId="{928F64C6-FE22-4FC1-A763-DFCC514811BD}"/>
          </ac:spMkLst>
        </pc:spChg>
        <pc:spChg chg="add del">
          <ac:chgData name="Niko A7x" userId="20328c26abaa9d6f" providerId="LiveId" clId="{38BF1695-285C-4F7B-912C-7C10D0494CBE}" dt="2026-05-01T04:49:37.898" v="180" actId="26606"/>
          <ac:spMkLst>
            <pc:docMk/>
            <pc:sldMk cId="3428571827" sldId="258"/>
            <ac:spMk id="24" creationId="{E73BBE33-B533-4661-8A6A-6BD8D05EB19A}"/>
          </ac:spMkLst>
        </pc:spChg>
        <pc:spChg chg="add">
          <ac:chgData name="Niko A7x" userId="20328c26abaa9d6f" providerId="LiveId" clId="{38BF1695-285C-4F7B-912C-7C10D0494CBE}" dt="2026-05-01T04:49:37.902" v="181" actId="26606"/>
          <ac:spMkLst>
            <pc:docMk/>
            <pc:sldMk cId="3428571827" sldId="258"/>
            <ac:spMk id="26" creationId="{928F64C6-FE22-4FC1-A763-DFCC514811BD}"/>
          </ac:spMkLst>
        </pc:spChg>
        <pc:graphicFrameChg chg="add del mod">
          <ac:chgData name="Niko A7x" userId="20328c26abaa9d6f" providerId="LiveId" clId="{38BF1695-285C-4F7B-912C-7C10D0494CBE}" dt="2026-05-01T04:34:48.635" v="124" actId="21"/>
          <ac:graphicFrameMkLst>
            <pc:docMk/>
            <pc:sldMk cId="3428571827" sldId="258"/>
            <ac:graphicFrameMk id="4" creationId="{DBB43531-2750-30C8-20A1-C9681201C43F}"/>
          </ac:graphicFrameMkLst>
        </pc:graphicFrameChg>
        <pc:graphicFrameChg chg="add mod">
          <ac:chgData name="Niko A7x" userId="20328c26abaa9d6f" providerId="LiveId" clId="{38BF1695-285C-4F7B-912C-7C10D0494CBE}" dt="2026-05-01T04:34:52.198" v="125"/>
          <ac:graphicFrameMkLst>
            <pc:docMk/>
            <pc:sldMk cId="3428571827" sldId="258"/>
            <ac:graphicFrameMk id="5" creationId="{DBB43531-2750-30C8-20A1-C9681201C43F}"/>
          </ac:graphicFrameMkLst>
        </pc:graphicFrameChg>
        <pc:picChg chg="add mod ord">
          <ac:chgData name="Niko A7x" userId="20328c26abaa9d6f" providerId="LiveId" clId="{38BF1695-285C-4F7B-912C-7C10D0494CBE}" dt="2026-05-01T04:49:37.902" v="181" actId="26606"/>
          <ac:picMkLst>
            <pc:docMk/>
            <pc:sldMk cId="3428571827" sldId="258"/>
            <ac:picMk id="7" creationId="{18E78100-2442-D575-B71A-D0588FA8EB31}"/>
          </ac:picMkLst>
        </pc:picChg>
        <pc:picChg chg="add mod">
          <ac:chgData name="Niko A7x" userId="20328c26abaa9d6f" providerId="LiveId" clId="{38BF1695-285C-4F7B-912C-7C10D0494CBE}" dt="2026-05-01T04:49:37.902" v="181" actId="26606"/>
          <ac:picMkLst>
            <pc:docMk/>
            <pc:sldMk cId="3428571827" sldId="258"/>
            <ac:picMk id="9" creationId="{AAB725E6-0816-1C06-587F-EB62CDD93953}"/>
          </ac:picMkLst>
        </pc:picChg>
        <pc:picChg chg="add mod ord">
          <ac:chgData name="Niko A7x" userId="20328c26abaa9d6f" providerId="LiveId" clId="{38BF1695-285C-4F7B-912C-7C10D0494CBE}" dt="2026-05-01T04:49:37.902" v="181" actId="26606"/>
          <ac:picMkLst>
            <pc:docMk/>
            <pc:sldMk cId="3428571827" sldId="258"/>
            <ac:picMk id="11" creationId="{B06ED4E2-BE06-A631-6617-F4FDBDC38CB2}"/>
          </ac:picMkLst>
        </pc:picChg>
        <pc:picChg chg="add mod ord">
          <ac:chgData name="Niko A7x" userId="20328c26abaa9d6f" providerId="LiveId" clId="{38BF1695-285C-4F7B-912C-7C10D0494CBE}" dt="2026-05-01T04:49:37.902" v="181" actId="26606"/>
          <ac:picMkLst>
            <pc:docMk/>
            <pc:sldMk cId="3428571827" sldId="258"/>
            <ac:picMk id="13" creationId="{76EB58C7-E22A-85C0-2A7E-5F78F8D0E93E}"/>
          </ac:picMkLst>
        </pc:picChg>
        <pc:picChg chg="add mod ord">
          <ac:chgData name="Niko A7x" userId="20328c26abaa9d6f" providerId="LiveId" clId="{38BF1695-285C-4F7B-912C-7C10D0494CBE}" dt="2026-05-01T04:49:37.902" v="181" actId="26606"/>
          <ac:picMkLst>
            <pc:docMk/>
            <pc:sldMk cId="3428571827" sldId="258"/>
            <ac:picMk id="15" creationId="{BB037D6C-2C05-8DDC-E3BD-35FF372ACD3B}"/>
          </ac:picMkLst>
        </pc:picChg>
        <pc:cxnChg chg="add del">
          <ac:chgData name="Niko A7x" userId="20328c26abaa9d6f" providerId="LiveId" clId="{38BF1695-285C-4F7B-912C-7C10D0494CBE}" dt="2026-05-01T04:49:31.992" v="178" actId="26606"/>
          <ac:cxnSpMkLst>
            <pc:docMk/>
            <pc:sldMk cId="3428571827" sldId="258"/>
            <ac:cxnSpMk id="22" creationId="{5C34627B-48E6-4F4D-B843-97717A86B490}"/>
          </ac:cxnSpMkLst>
        </pc:cxnChg>
        <pc:cxnChg chg="add">
          <ac:chgData name="Niko A7x" userId="20328c26abaa9d6f" providerId="LiveId" clId="{38BF1695-285C-4F7B-912C-7C10D0494CBE}" dt="2026-05-01T04:49:37.902" v="181" actId="26606"/>
          <ac:cxnSpMkLst>
            <pc:docMk/>
            <pc:sldMk cId="3428571827" sldId="258"/>
            <ac:cxnSpMk id="27" creationId="{5C34627B-48E6-4F4D-B843-97717A86B490}"/>
          </ac:cxnSpMkLst>
        </pc:cxnChg>
      </pc:sldChg>
      <pc:sldChg chg="modSp new add del mod">
        <pc:chgData name="Niko A7x" userId="20328c26abaa9d6f" providerId="LiveId" clId="{38BF1695-285C-4F7B-912C-7C10D0494CBE}" dt="2026-05-01T04:26:31.854" v="78" actId="2696"/>
        <pc:sldMkLst>
          <pc:docMk/>
          <pc:sldMk cId="221207052" sldId="259"/>
        </pc:sldMkLst>
        <pc:spChg chg="mod">
          <ac:chgData name="Niko A7x" userId="20328c26abaa9d6f" providerId="LiveId" clId="{38BF1695-285C-4F7B-912C-7C10D0494CBE}" dt="2026-05-01T04:15:20.827" v="19" actId="20577"/>
          <ac:spMkLst>
            <pc:docMk/>
            <pc:sldMk cId="221207052" sldId="259"/>
            <ac:spMk id="2" creationId="{C90083C8-7102-DF6F-E8A8-032790996D63}"/>
          </ac:spMkLst>
        </pc:spChg>
        <pc:spChg chg="mod">
          <ac:chgData name="Niko A7x" userId="20328c26abaa9d6f" providerId="LiveId" clId="{38BF1695-285C-4F7B-912C-7C10D0494CBE}" dt="2026-05-01T04:15:55.642" v="20"/>
          <ac:spMkLst>
            <pc:docMk/>
            <pc:sldMk cId="221207052" sldId="259"/>
            <ac:spMk id="3" creationId="{8F71A27C-7606-6DC5-2DC6-F16A5107D953}"/>
          </ac:spMkLst>
        </pc:spChg>
      </pc:sldChg>
      <pc:sldChg chg="addSp delSp modSp new mod setBg">
        <pc:chgData name="Niko A7x" userId="20328c26abaa9d6f" providerId="LiveId" clId="{38BF1695-285C-4F7B-912C-7C10D0494CBE}" dt="2026-05-01T04:50:07.436" v="187" actId="1076"/>
        <pc:sldMkLst>
          <pc:docMk/>
          <pc:sldMk cId="269064330" sldId="259"/>
        </pc:sldMkLst>
        <pc:spChg chg="mod">
          <ac:chgData name="Niko A7x" userId="20328c26abaa9d6f" providerId="LiveId" clId="{38BF1695-285C-4F7B-912C-7C10D0494CBE}" dt="2026-05-01T04:49:43.625" v="183" actId="26606"/>
          <ac:spMkLst>
            <pc:docMk/>
            <pc:sldMk cId="269064330" sldId="259"/>
            <ac:spMk id="2" creationId="{AF2B6FE7-D79E-E797-6147-CFE49283DFAC}"/>
          </ac:spMkLst>
        </pc:spChg>
        <pc:spChg chg="del">
          <ac:chgData name="Niko A7x" userId="20328c26abaa9d6f" providerId="LiveId" clId="{38BF1695-285C-4F7B-912C-7C10D0494CBE}" dt="2026-05-01T04:43:35.479" v="129"/>
          <ac:spMkLst>
            <pc:docMk/>
            <pc:sldMk cId="269064330" sldId="259"/>
            <ac:spMk id="3" creationId="{676C4772-9541-E220-D49D-FAE04FD20DCA}"/>
          </ac:spMkLst>
        </pc:spChg>
        <pc:spChg chg="add">
          <ac:chgData name="Niko A7x" userId="20328c26abaa9d6f" providerId="LiveId" clId="{38BF1695-285C-4F7B-912C-7C10D0494CBE}" dt="2026-05-01T04:49:43.625" v="183" actId="26606"/>
          <ac:spMkLst>
            <pc:docMk/>
            <pc:sldMk cId="269064330" sldId="259"/>
            <ac:spMk id="11" creationId="{A8384FB5-9ADC-4DDC-881B-597D56F5B15D}"/>
          </ac:spMkLst>
        </pc:spChg>
        <pc:spChg chg="add">
          <ac:chgData name="Niko A7x" userId="20328c26abaa9d6f" providerId="LiveId" clId="{38BF1695-285C-4F7B-912C-7C10D0494CBE}" dt="2026-05-01T04:49:43.625" v="183" actId="26606"/>
          <ac:spMkLst>
            <pc:docMk/>
            <pc:sldMk cId="269064330" sldId="259"/>
            <ac:spMk id="13" creationId="{1199E1B1-A8C0-4FE8-A5A8-1CB41D69F857}"/>
          </ac:spMkLst>
        </pc:spChg>
        <pc:spChg chg="add">
          <ac:chgData name="Niko A7x" userId="20328c26abaa9d6f" providerId="LiveId" clId="{38BF1695-285C-4F7B-912C-7C10D0494CBE}" dt="2026-05-01T04:49:43.625" v="183" actId="26606"/>
          <ac:spMkLst>
            <pc:docMk/>
            <pc:sldMk cId="269064330" sldId="259"/>
            <ac:spMk id="15" creationId="{84A8DE83-DE75-4B41-9DB4-A7EC0B0DEC0B}"/>
          </ac:spMkLst>
        </pc:spChg>
        <pc:spChg chg="add">
          <ac:chgData name="Niko A7x" userId="20328c26abaa9d6f" providerId="LiveId" clId="{38BF1695-285C-4F7B-912C-7C10D0494CBE}" dt="2026-05-01T04:49:43.625" v="183" actId="26606"/>
          <ac:spMkLst>
            <pc:docMk/>
            <pc:sldMk cId="269064330" sldId="259"/>
            <ac:spMk id="17" creationId="{A7009A0A-BEF5-4EAC-AF15-E4F9F002E239}"/>
          </ac:spMkLst>
        </pc:spChg>
        <pc:graphicFrameChg chg="add del mod">
          <ac:chgData name="Niko A7x" userId="20328c26abaa9d6f" providerId="LiveId" clId="{38BF1695-285C-4F7B-912C-7C10D0494CBE}" dt="2026-05-01T04:34:44.339" v="123" actId="21"/>
          <ac:graphicFrameMkLst>
            <pc:docMk/>
            <pc:sldMk cId="269064330" sldId="259"/>
            <ac:graphicFrameMk id="4" creationId="{34E00B0F-EE6E-0E1E-0636-71746A283E57}"/>
          </ac:graphicFrameMkLst>
        </pc:graphicFrameChg>
        <pc:picChg chg="add mod ord">
          <ac:chgData name="Niko A7x" userId="20328c26abaa9d6f" providerId="LiveId" clId="{38BF1695-285C-4F7B-912C-7C10D0494CBE}" dt="2026-05-01T04:50:07.436" v="187" actId="1076"/>
          <ac:picMkLst>
            <pc:docMk/>
            <pc:sldMk cId="269064330" sldId="259"/>
            <ac:picMk id="6" creationId="{F588813D-EB45-6693-C8BE-06B112FF9636}"/>
          </ac:picMkLst>
        </pc:picChg>
      </pc:sldChg>
      <pc:sldChg chg="new del">
        <pc:chgData name="Niko A7x" userId="20328c26abaa9d6f" providerId="LiveId" clId="{38BF1695-285C-4F7B-912C-7C10D0494CBE}" dt="2026-05-01T04:25:42.452" v="64" actId="680"/>
        <pc:sldMkLst>
          <pc:docMk/>
          <pc:sldMk cId="281089777" sldId="260"/>
        </pc:sldMkLst>
      </pc:sldChg>
      <pc:sldChg chg="addSp delSp modSp new mod">
        <pc:chgData name="Niko A7x" userId="20328c26abaa9d6f" providerId="LiveId" clId="{38BF1695-285C-4F7B-912C-7C10D0494CBE}" dt="2026-05-01T04:45:08.611" v="143" actId="14100"/>
        <pc:sldMkLst>
          <pc:docMk/>
          <pc:sldMk cId="488210220" sldId="260"/>
        </pc:sldMkLst>
        <pc:spChg chg="mod">
          <ac:chgData name="Niko A7x" userId="20328c26abaa9d6f" providerId="LiveId" clId="{38BF1695-285C-4F7B-912C-7C10D0494CBE}" dt="2026-05-01T04:44:46.113" v="138" actId="1076"/>
          <ac:spMkLst>
            <pc:docMk/>
            <pc:sldMk cId="488210220" sldId="260"/>
            <ac:spMk id="2" creationId="{BB399E87-4871-6A2D-234C-6D450911799F}"/>
          </ac:spMkLst>
        </pc:spChg>
        <pc:spChg chg="del">
          <ac:chgData name="Niko A7x" userId="20328c26abaa9d6f" providerId="LiveId" clId="{38BF1695-285C-4F7B-912C-7C10D0494CBE}" dt="2026-05-01T04:43:54.956" v="131"/>
          <ac:spMkLst>
            <pc:docMk/>
            <pc:sldMk cId="488210220" sldId="260"/>
            <ac:spMk id="3" creationId="{F63BC0A9-8A00-E055-06F1-2AFAFA2A4C61}"/>
          </ac:spMkLst>
        </pc:spChg>
        <pc:picChg chg="add mod ord">
          <ac:chgData name="Niko A7x" userId="20328c26abaa9d6f" providerId="LiveId" clId="{38BF1695-285C-4F7B-912C-7C10D0494CBE}" dt="2026-05-01T04:45:08.611" v="143" actId="14100"/>
          <ac:picMkLst>
            <pc:docMk/>
            <pc:sldMk cId="488210220" sldId="260"/>
            <ac:picMk id="5" creationId="{F4204AF9-4DAC-56DA-9140-6EC302DE7D1E}"/>
          </ac:picMkLst>
        </pc:picChg>
        <pc:picChg chg="add mod">
          <ac:chgData name="Niko A7x" userId="20328c26abaa9d6f" providerId="LiveId" clId="{38BF1695-285C-4F7B-912C-7C10D0494CBE}" dt="2026-05-01T04:45:05.295" v="142" actId="14100"/>
          <ac:picMkLst>
            <pc:docMk/>
            <pc:sldMk cId="488210220" sldId="260"/>
            <ac:picMk id="7" creationId="{17F5990A-BE19-FEB4-10C0-D5C3EBE5F90D}"/>
          </ac:picMkLst>
        </pc:picChg>
      </pc:sldChg>
      <pc:sldChg chg="new add del ord">
        <pc:chgData name="Niko A7x" userId="20328c26abaa9d6f" providerId="LiveId" clId="{38BF1695-285C-4F7B-912C-7C10D0494CBE}" dt="2026-05-01T04:25:41.944" v="63" actId="680"/>
        <pc:sldMkLst>
          <pc:docMk/>
          <pc:sldMk cId="1588393793" sldId="261"/>
        </pc:sldMkLst>
      </pc:sldChg>
      <pc:sldChg chg="new add del ord">
        <pc:chgData name="Niko A7x" userId="20328c26abaa9d6f" providerId="LiveId" clId="{38BF1695-285C-4F7B-912C-7C10D0494CBE}" dt="2026-05-01T04:25:41.392" v="62" actId="680"/>
        <pc:sldMkLst>
          <pc:docMk/>
          <pc:sldMk cId="4167912634" sldId="262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B0CB07-F4A4-33D6-D8FF-DAD3849295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1BD66E2-CA2D-5903-384E-39CFE41CA7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9B17CA7-DB72-C889-BBB1-C5EA20770A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8FC50-16F0-415A-BBFE-4BFAF6BEE47A}" type="datetimeFigureOut">
              <a:rPr lang="es-CL" smtClean="0"/>
              <a:t>07-05-2026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58FF89C-5DB3-ABC3-16F0-F119CA8A48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C4D3799-63F9-E762-EA95-E8DB71B723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AD97D-2C33-4C72-A953-F9E17C0D624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1503262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66C23C-BBF9-B6D9-3074-DD84359F16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E450F59-0292-3C02-A9F7-E021C6CC63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FDB963D-50D8-D5C3-E489-E6557DCE6B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8FC50-16F0-415A-BBFE-4BFAF6BEE47A}" type="datetimeFigureOut">
              <a:rPr lang="es-CL" smtClean="0"/>
              <a:t>07-05-2026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31676AE-2CE1-9F97-E170-9B9406389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B13CC76-7FC7-4B24-187C-F6231FD5D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AD97D-2C33-4C72-A953-F9E17C0D624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864658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C45A60-E828-6CA8-8AD1-F03EBF253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09B977F-70A7-8D5C-9D1B-BC072058BE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742223B-7BF7-CAE1-9939-B8CD9E8E6C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8FC50-16F0-415A-BBFE-4BFAF6BEE47A}" type="datetimeFigureOut">
              <a:rPr lang="es-CL" smtClean="0"/>
              <a:t>07-05-2026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805E997-C362-B21C-8293-B6F0F2166B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9F97A3A-7AE7-3B22-F046-92DD5EE91F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AD97D-2C33-4C72-A953-F9E17C0D624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6128802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5F1267-7B34-7FD3-91ED-CE5F4862A6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21DC73B-8504-FF96-7195-AD2896E760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2DC536F-29C6-077C-6152-EF47B7DE64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A19FB5E-9644-2B2F-35C2-58F35B3027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8FC50-16F0-415A-BBFE-4BFAF6BEE47A}" type="datetimeFigureOut">
              <a:rPr lang="es-CL" smtClean="0"/>
              <a:t>07-05-2026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29C9B5E-375E-7F22-207F-E7CE5C02CF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81AE92F-1454-3261-C14C-DBB7A77F24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AD97D-2C33-4C72-A953-F9E17C0D624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3655643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993FB5-A32F-C917-285E-D33FDBF721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2F1993E-50FA-63B7-0BF1-246A9395C0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67170F5-248D-7BE7-FC6F-3607D9AF8C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36E12B2-4E25-23AB-8BED-CB26AD7DBF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742A8726-DF88-91D8-50C1-12FBBFC188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0448E29B-7425-2F5E-E906-7C98879C98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8FC50-16F0-415A-BBFE-4BFAF6BEE47A}" type="datetimeFigureOut">
              <a:rPr lang="es-CL" smtClean="0"/>
              <a:t>07-05-2026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FC7E548-B0BD-D567-727A-D7A4C271B4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696BACC5-5497-EBC6-73F6-2CA976AD3D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AD97D-2C33-4C72-A953-F9E17C0D624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262809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7EE696-A59F-1BAA-B95A-A45C3F74F4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D3B79E8-2FF7-5F40-4BC9-CB5AA5FFAC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8FC50-16F0-415A-BBFE-4BFAF6BEE47A}" type="datetimeFigureOut">
              <a:rPr lang="es-CL" smtClean="0"/>
              <a:t>07-05-2026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083453DE-D860-83C6-08DB-D487E70061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925B48D6-061F-87FA-3A9C-9B136DC33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AD97D-2C33-4C72-A953-F9E17C0D624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418189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2EEFA7BC-FE1F-483C-0EE8-B6C5A95C07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8FC50-16F0-415A-BBFE-4BFAF6BEE47A}" type="datetimeFigureOut">
              <a:rPr lang="es-CL" smtClean="0"/>
              <a:t>07-05-2026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E2D84300-58CC-30BF-998C-85B696DCA6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FD0B463-F1E0-66B6-0CB3-FD064B03E7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AD97D-2C33-4C72-A953-F9E17C0D624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6503767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EAF4EF-EAB3-4AE4-063C-A6B60DBD3C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36A2F92-AA0A-C4F9-702E-27313FE4BA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88A1C32-40CE-82A2-99AD-B8ACDBB284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33FEFA6-4D30-95C9-A98B-9B1AE2402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8FC50-16F0-415A-BBFE-4BFAF6BEE47A}" type="datetimeFigureOut">
              <a:rPr lang="es-CL" smtClean="0"/>
              <a:t>07-05-2026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423A86F-7CC8-4BF8-25E6-71BBBFBEE8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A672509-A596-4E76-74BE-A89E031A9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AD97D-2C33-4C72-A953-F9E17C0D624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194921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5D64F2-D578-8809-F44B-EC6F84CBDB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476F283C-1E86-A4B3-47BC-F7A57514B91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50A2E1A-943D-670B-FCCA-97D74A48FB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1DAB339-DD53-86C6-6CA8-D2D911DE72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8FC50-16F0-415A-BBFE-4BFAF6BEE47A}" type="datetimeFigureOut">
              <a:rPr lang="es-CL" smtClean="0"/>
              <a:t>07-05-2026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598D217-3C8E-5B1C-2878-E4734C0424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16735E7-1807-E5CC-AC30-BC6CBFED3F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AD97D-2C33-4C72-A953-F9E17C0D624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469593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AFB335-0784-AAD6-B20A-31491B8CBB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97F5A5E-821A-3BAA-4A61-C0AEAD3967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1BC3193-82EC-3A6B-DD69-304669ED2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8FC50-16F0-415A-BBFE-4BFAF6BEE47A}" type="datetimeFigureOut">
              <a:rPr lang="es-CL" smtClean="0"/>
              <a:t>07-05-2026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0C3DAB6-F2A9-5867-772C-B5DEEACE5D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8734B5B-DDB7-0159-66CD-DFB619032C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AD97D-2C33-4C72-A953-F9E17C0D624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1946004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DFF1201-7350-56CA-2235-55FEEA4A49E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04801DC-5310-D8E3-CA98-1C9D48A405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D689C89-116E-911B-33B7-31FEC4DAE7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8FC50-16F0-415A-BBFE-4BFAF6BEE47A}" type="datetimeFigureOut">
              <a:rPr lang="es-CL" smtClean="0"/>
              <a:t>07-05-2026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7C7103A-60A7-6F3B-EC1F-9588E0FCC2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F27D032-902A-D1F0-00FE-F1EAE5808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AD97D-2C33-4C72-A953-F9E17C0D624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8539881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E7FFA8EE-ECDB-579B-97AF-02E5B4ECD1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9D27DA8-086A-E8A1-D03C-37C5793108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D186176-208A-62D0-E0E4-5B0F1C45A8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C8FC50-16F0-415A-BBFE-4BFAF6BEE47A}" type="datetimeFigureOut">
              <a:rPr lang="es-CL" smtClean="0"/>
              <a:t>07-05-2026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B1DE1A1-7D6D-76CA-3826-5975BED24D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FDD8AE8-0D35-757F-C0C0-AF49C8A7E1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A7AD97D-2C33-4C72-A953-F9E17C0D624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9094191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9F79630B-0F0B-446E-A637-38FA8F61D1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3437C99-FC8E-4311-B48A-F0C4C329B1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5028" y="-1"/>
            <a:ext cx="12192000" cy="6857999"/>
          </a:xfrm>
          <a:prstGeom prst="rect">
            <a:avLst/>
          </a:pr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1D0E70B-2FA2-FD3F-23E2-03BD2E4A49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37035" y="609600"/>
            <a:ext cx="3595678" cy="133083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4400" dirty="0"/>
              <a:t>FootballDB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1B47B30-2832-0E5A-9877-71A8B4CA9B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37034" y="2194102"/>
            <a:ext cx="3158741" cy="3908586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000" b="1" dirty="0" err="1"/>
              <a:t>Integrantes</a:t>
            </a:r>
            <a:endParaRPr lang="en-US" sz="2000" dirty="0"/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000" dirty="0"/>
              <a:t>Nikolas Lagos	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000" dirty="0"/>
              <a:t>Dante Chávez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000" dirty="0"/>
              <a:t>Franko Moraga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000" dirty="0"/>
              <a:t>Elizabeth Oneto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7832EE5-E14A-3362-C5E9-EFDD9698155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6625"/>
          <a:stretch>
            <a:fillRect/>
          </a:stretch>
        </p:blipFill>
        <p:spPr>
          <a:xfrm>
            <a:off x="4948188" y="1"/>
            <a:ext cx="7243812" cy="6857999"/>
          </a:xfrm>
          <a:custGeom>
            <a:avLst/>
            <a:gdLst/>
            <a:ahLst/>
            <a:cxnLst/>
            <a:rect l="l" t="t" r="r" b="b"/>
            <a:pathLst>
              <a:path w="7243812" h="6857999">
                <a:moveTo>
                  <a:pt x="609803" y="0"/>
                </a:moveTo>
                <a:lnTo>
                  <a:pt x="1222601" y="0"/>
                </a:lnTo>
                <a:lnTo>
                  <a:pt x="1223032" y="1645"/>
                </a:lnTo>
                <a:lnTo>
                  <a:pt x="1343371" y="1645"/>
                </a:lnTo>
                <a:lnTo>
                  <a:pt x="1343665" y="0"/>
                </a:lnTo>
                <a:lnTo>
                  <a:pt x="1884172" y="0"/>
                </a:lnTo>
                <a:lnTo>
                  <a:pt x="1884280" y="1645"/>
                </a:lnTo>
                <a:lnTo>
                  <a:pt x="7243812" y="1645"/>
                </a:lnTo>
                <a:lnTo>
                  <a:pt x="7243812" y="6857999"/>
                </a:lnTo>
                <a:lnTo>
                  <a:pt x="133676" y="6857999"/>
                </a:lnTo>
                <a:lnTo>
                  <a:pt x="114609" y="6843646"/>
                </a:lnTo>
                <a:cubicBezTo>
                  <a:pt x="106811" y="6836369"/>
                  <a:pt x="103243" y="6828354"/>
                  <a:pt x="111459" y="6817746"/>
                </a:cubicBezTo>
                <a:cubicBezTo>
                  <a:pt x="93943" y="6769544"/>
                  <a:pt x="97901" y="6796071"/>
                  <a:pt x="113412" y="6759582"/>
                </a:cubicBezTo>
                <a:cubicBezTo>
                  <a:pt x="110188" y="6732087"/>
                  <a:pt x="99653" y="6727133"/>
                  <a:pt x="100729" y="6705297"/>
                </a:cubicBezTo>
                <a:cubicBezTo>
                  <a:pt x="94563" y="6675394"/>
                  <a:pt x="99792" y="6669536"/>
                  <a:pt x="87662" y="6640957"/>
                </a:cubicBezTo>
                <a:cubicBezTo>
                  <a:pt x="74199" y="6591883"/>
                  <a:pt x="82185" y="6576319"/>
                  <a:pt x="83084" y="6541313"/>
                </a:cubicBezTo>
                <a:cubicBezTo>
                  <a:pt x="82225" y="6490855"/>
                  <a:pt x="67640" y="6422980"/>
                  <a:pt x="59444" y="6370251"/>
                </a:cubicBezTo>
                <a:cubicBezTo>
                  <a:pt x="51248" y="6317522"/>
                  <a:pt x="30729" y="6270972"/>
                  <a:pt x="33908" y="6224938"/>
                </a:cubicBezTo>
                <a:lnTo>
                  <a:pt x="30063" y="6089693"/>
                </a:lnTo>
                <a:cubicBezTo>
                  <a:pt x="25730" y="6032039"/>
                  <a:pt x="3474" y="5997051"/>
                  <a:pt x="29101" y="5973994"/>
                </a:cubicBezTo>
                <a:cubicBezTo>
                  <a:pt x="17018" y="5940131"/>
                  <a:pt x="41135" y="5955713"/>
                  <a:pt x="33855" y="5939847"/>
                </a:cubicBezTo>
                <a:lnTo>
                  <a:pt x="12982" y="5906467"/>
                </a:lnTo>
                <a:lnTo>
                  <a:pt x="8416" y="5862699"/>
                </a:lnTo>
                <a:cubicBezTo>
                  <a:pt x="7895" y="5838948"/>
                  <a:pt x="8409" y="5853058"/>
                  <a:pt x="12052" y="5823324"/>
                </a:cubicBezTo>
                <a:cubicBezTo>
                  <a:pt x="11631" y="5805291"/>
                  <a:pt x="11213" y="5787258"/>
                  <a:pt x="10793" y="5769225"/>
                </a:cubicBezTo>
                <a:cubicBezTo>
                  <a:pt x="17866" y="5738356"/>
                  <a:pt x="19121" y="5696311"/>
                  <a:pt x="25986" y="5667896"/>
                </a:cubicBezTo>
                <a:cubicBezTo>
                  <a:pt x="16329" y="5647975"/>
                  <a:pt x="42195" y="5619318"/>
                  <a:pt x="43687" y="5594585"/>
                </a:cubicBezTo>
                <a:cubicBezTo>
                  <a:pt x="32512" y="5517959"/>
                  <a:pt x="44052" y="5536542"/>
                  <a:pt x="40019" y="5464225"/>
                </a:cubicBezTo>
                <a:cubicBezTo>
                  <a:pt x="32676" y="5400671"/>
                  <a:pt x="26469" y="5311951"/>
                  <a:pt x="22904" y="5269726"/>
                </a:cubicBezTo>
                <a:cubicBezTo>
                  <a:pt x="19341" y="5227501"/>
                  <a:pt x="14742" y="5212581"/>
                  <a:pt x="18628" y="5210876"/>
                </a:cubicBezTo>
                <a:cubicBezTo>
                  <a:pt x="-20300" y="5161742"/>
                  <a:pt x="15511" y="5141336"/>
                  <a:pt x="5392" y="5111369"/>
                </a:cubicBezTo>
                <a:cubicBezTo>
                  <a:pt x="10662" y="5053859"/>
                  <a:pt x="15546" y="5034036"/>
                  <a:pt x="13324" y="5009272"/>
                </a:cubicBezTo>
                <a:cubicBezTo>
                  <a:pt x="25126" y="4982633"/>
                  <a:pt x="74251" y="4956261"/>
                  <a:pt x="48699" y="4925805"/>
                </a:cubicBezTo>
                <a:cubicBezTo>
                  <a:pt x="76704" y="4931200"/>
                  <a:pt x="39437" y="4888353"/>
                  <a:pt x="62925" y="4877992"/>
                </a:cubicBezTo>
                <a:cubicBezTo>
                  <a:pt x="82480" y="4871554"/>
                  <a:pt x="75731" y="4857054"/>
                  <a:pt x="79496" y="4844323"/>
                </a:cubicBezTo>
                <a:cubicBezTo>
                  <a:pt x="97657" y="4832308"/>
                  <a:pt x="110974" y="4752352"/>
                  <a:pt x="101400" y="4733115"/>
                </a:cubicBezTo>
                <a:cubicBezTo>
                  <a:pt x="108185" y="4679357"/>
                  <a:pt x="119720" y="4662889"/>
                  <a:pt x="111223" y="4625153"/>
                </a:cubicBezTo>
                <a:cubicBezTo>
                  <a:pt x="106592" y="4588197"/>
                  <a:pt x="114401" y="4567830"/>
                  <a:pt x="126359" y="4539168"/>
                </a:cubicBezTo>
                <a:cubicBezTo>
                  <a:pt x="126535" y="4522289"/>
                  <a:pt x="126710" y="4505410"/>
                  <a:pt x="126886" y="4488531"/>
                </a:cubicBezTo>
                <a:cubicBezTo>
                  <a:pt x="126165" y="4473140"/>
                  <a:pt x="132917" y="4437329"/>
                  <a:pt x="135099" y="4411258"/>
                </a:cubicBezTo>
                <a:cubicBezTo>
                  <a:pt x="107667" y="4345686"/>
                  <a:pt x="146840" y="4280033"/>
                  <a:pt x="132327" y="4219510"/>
                </a:cubicBezTo>
                <a:cubicBezTo>
                  <a:pt x="138549" y="4158987"/>
                  <a:pt x="124091" y="4192084"/>
                  <a:pt x="172424" y="4048117"/>
                </a:cubicBezTo>
                <a:cubicBezTo>
                  <a:pt x="167703" y="4015047"/>
                  <a:pt x="203806" y="3905047"/>
                  <a:pt x="177666" y="3878222"/>
                </a:cubicBezTo>
                <a:cubicBezTo>
                  <a:pt x="167714" y="3821305"/>
                  <a:pt x="183914" y="3845122"/>
                  <a:pt x="156982" y="3778166"/>
                </a:cubicBezTo>
                <a:cubicBezTo>
                  <a:pt x="160365" y="3760234"/>
                  <a:pt x="142791" y="3724716"/>
                  <a:pt x="142115" y="3707357"/>
                </a:cubicBezTo>
                <a:cubicBezTo>
                  <a:pt x="139253" y="3688591"/>
                  <a:pt x="140202" y="3672776"/>
                  <a:pt x="139805" y="3665569"/>
                </a:cubicBezTo>
                <a:cubicBezTo>
                  <a:pt x="139778" y="3665084"/>
                  <a:pt x="139750" y="3664599"/>
                  <a:pt x="139723" y="3664114"/>
                </a:cubicBezTo>
                <a:lnTo>
                  <a:pt x="134134" y="3653088"/>
                </a:lnTo>
                <a:lnTo>
                  <a:pt x="126568" y="3641228"/>
                </a:lnTo>
                <a:cubicBezTo>
                  <a:pt x="126560" y="3629488"/>
                  <a:pt x="126549" y="3617747"/>
                  <a:pt x="126540" y="3606007"/>
                </a:cubicBezTo>
                <a:lnTo>
                  <a:pt x="134645" y="3597336"/>
                </a:lnTo>
                <a:lnTo>
                  <a:pt x="131649" y="3586412"/>
                </a:lnTo>
                <a:lnTo>
                  <a:pt x="134221" y="3569719"/>
                </a:lnTo>
                <a:lnTo>
                  <a:pt x="133795" y="3568021"/>
                </a:lnTo>
                <a:lnTo>
                  <a:pt x="130189" y="3553678"/>
                </a:lnTo>
                <a:lnTo>
                  <a:pt x="129827" y="3552249"/>
                </a:lnTo>
                <a:lnTo>
                  <a:pt x="122183" y="3542019"/>
                </a:lnTo>
                <a:lnTo>
                  <a:pt x="112426" y="3531201"/>
                </a:lnTo>
                <a:lnTo>
                  <a:pt x="105626" y="3496391"/>
                </a:lnTo>
                <a:lnTo>
                  <a:pt x="111971" y="3486850"/>
                </a:lnTo>
                <a:lnTo>
                  <a:pt x="106910" y="3476412"/>
                </a:lnTo>
                <a:cubicBezTo>
                  <a:pt x="105781" y="3466028"/>
                  <a:pt x="105824" y="3433967"/>
                  <a:pt x="105209" y="3424545"/>
                </a:cubicBezTo>
                <a:lnTo>
                  <a:pt x="103215" y="3419880"/>
                </a:lnTo>
                <a:lnTo>
                  <a:pt x="104953" y="3415218"/>
                </a:lnTo>
                <a:lnTo>
                  <a:pt x="101255" y="3409825"/>
                </a:lnTo>
                <a:lnTo>
                  <a:pt x="103044" y="3407057"/>
                </a:lnTo>
                <a:lnTo>
                  <a:pt x="89764" y="3378959"/>
                </a:lnTo>
                <a:lnTo>
                  <a:pt x="83991" y="3362948"/>
                </a:lnTo>
                <a:lnTo>
                  <a:pt x="66858" y="3332072"/>
                </a:lnTo>
                <a:lnTo>
                  <a:pt x="69057" y="3325671"/>
                </a:lnTo>
                <a:lnTo>
                  <a:pt x="51631" y="3278130"/>
                </a:lnTo>
                <a:lnTo>
                  <a:pt x="53959" y="3277179"/>
                </a:lnTo>
                <a:lnTo>
                  <a:pt x="60205" y="3262610"/>
                </a:lnTo>
                <a:lnTo>
                  <a:pt x="58998" y="3258677"/>
                </a:lnTo>
                <a:cubicBezTo>
                  <a:pt x="46010" y="3210316"/>
                  <a:pt x="80872" y="3236545"/>
                  <a:pt x="45170" y="3180546"/>
                </a:cubicBezTo>
                <a:cubicBezTo>
                  <a:pt x="53643" y="3171780"/>
                  <a:pt x="52550" y="3163902"/>
                  <a:pt x="45228" y="3151828"/>
                </a:cubicBezTo>
                <a:cubicBezTo>
                  <a:pt x="39651" y="3128169"/>
                  <a:pt x="64667" y="3124610"/>
                  <a:pt x="45020" y="3103777"/>
                </a:cubicBezTo>
                <a:cubicBezTo>
                  <a:pt x="59127" y="3105196"/>
                  <a:pt x="41123" y="3057428"/>
                  <a:pt x="57092" y="3065434"/>
                </a:cubicBezTo>
                <a:cubicBezTo>
                  <a:pt x="55435" y="3051512"/>
                  <a:pt x="40803" y="3032637"/>
                  <a:pt x="35088" y="3020247"/>
                </a:cubicBezTo>
                <a:cubicBezTo>
                  <a:pt x="32503" y="3002537"/>
                  <a:pt x="18197" y="3001119"/>
                  <a:pt x="22803" y="2991092"/>
                </a:cubicBezTo>
                <a:cubicBezTo>
                  <a:pt x="24338" y="2987749"/>
                  <a:pt x="27975" y="2983455"/>
                  <a:pt x="34850" y="2977278"/>
                </a:cubicBezTo>
                <a:cubicBezTo>
                  <a:pt x="22587" y="2954448"/>
                  <a:pt x="35600" y="2946689"/>
                  <a:pt x="36223" y="2911749"/>
                </a:cubicBezTo>
                <a:cubicBezTo>
                  <a:pt x="35158" y="2886513"/>
                  <a:pt x="29761" y="2843788"/>
                  <a:pt x="28462" y="2825860"/>
                </a:cubicBezTo>
                <a:cubicBezTo>
                  <a:pt x="28449" y="2818634"/>
                  <a:pt x="28437" y="2811409"/>
                  <a:pt x="28424" y="2804183"/>
                </a:cubicBezTo>
                <a:lnTo>
                  <a:pt x="21292" y="2790136"/>
                </a:lnTo>
                <a:lnTo>
                  <a:pt x="16179" y="2760208"/>
                </a:lnTo>
                <a:lnTo>
                  <a:pt x="22858" y="2751112"/>
                </a:lnTo>
                <a:lnTo>
                  <a:pt x="18505" y="2740278"/>
                </a:lnTo>
                <a:lnTo>
                  <a:pt x="22482" y="2726489"/>
                </a:lnTo>
                <a:lnTo>
                  <a:pt x="18175" y="2725052"/>
                </a:lnTo>
                <a:lnTo>
                  <a:pt x="10521" y="2715895"/>
                </a:lnTo>
                <a:lnTo>
                  <a:pt x="25499" y="2665666"/>
                </a:lnTo>
                <a:lnTo>
                  <a:pt x="30658" y="2635351"/>
                </a:lnTo>
                <a:cubicBezTo>
                  <a:pt x="30723" y="2625597"/>
                  <a:pt x="30791" y="2615842"/>
                  <a:pt x="30857" y="2606088"/>
                </a:cubicBezTo>
                <a:lnTo>
                  <a:pt x="37532" y="2596456"/>
                </a:lnTo>
                <a:cubicBezTo>
                  <a:pt x="41239" y="2582253"/>
                  <a:pt x="34640" y="2564757"/>
                  <a:pt x="36511" y="2549900"/>
                </a:cubicBezTo>
                <a:lnTo>
                  <a:pt x="53712" y="2496499"/>
                </a:lnTo>
                <a:cubicBezTo>
                  <a:pt x="53527" y="2492743"/>
                  <a:pt x="64725" y="2449625"/>
                  <a:pt x="64540" y="2445869"/>
                </a:cubicBezTo>
                <a:cubicBezTo>
                  <a:pt x="61940" y="2441580"/>
                  <a:pt x="65575" y="2413465"/>
                  <a:pt x="64348" y="2408995"/>
                </a:cubicBezTo>
                <a:cubicBezTo>
                  <a:pt x="100333" y="2407546"/>
                  <a:pt x="71752" y="2329020"/>
                  <a:pt x="101725" y="2335735"/>
                </a:cubicBezTo>
                <a:cubicBezTo>
                  <a:pt x="120512" y="2299003"/>
                  <a:pt x="138791" y="2291744"/>
                  <a:pt x="147278" y="2260088"/>
                </a:cubicBezTo>
                <a:cubicBezTo>
                  <a:pt x="152668" y="2224200"/>
                  <a:pt x="143589" y="2220953"/>
                  <a:pt x="152643" y="2193455"/>
                </a:cubicBezTo>
                <a:cubicBezTo>
                  <a:pt x="152701" y="2159228"/>
                  <a:pt x="131577" y="2138038"/>
                  <a:pt x="161815" y="2107942"/>
                </a:cubicBezTo>
                <a:lnTo>
                  <a:pt x="168884" y="2024270"/>
                </a:lnTo>
                <a:lnTo>
                  <a:pt x="210800" y="1969445"/>
                </a:lnTo>
                <a:lnTo>
                  <a:pt x="215063" y="1961162"/>
                </a:lnTo>
                <a:lnTo>
                  <a:pt x="226767" y="1945112"/>
                </a:lnTo>
                <a:lnTo>
                  <a:pt x="225906" y="1942021"/>
                </a:lnTo>
                <a:lnTo>
                  <a:pt x="220555" y="1935584"/>
                </a:lnTo>
                <a:cubicBezTo>
                  <a:pt x="220179" y="1930292"/>
                  <a:pt x="223282" y="1914884"/>
                  <a:pt x="223648" y="1910265"/>
                </a:cubicBezTo>
                <a:cubicBezTo>
                  <a:pt x="221934" y="1909994"/>
                  <a:pt x="221895" y="1909162"/>
                  <a:pt x="222758" y="1907867"/>
                </a:cubicBezTo>
                <a:lnTo>
                  <a:pt x="229387" y="1899379"/>
                </a:lnTo>
                <a:lnTo>
                  <a:pt x="231548" y="1895114"/>
                </a:lnTo>
                <a:lnTo>
                  <a:pt x="216553" y="1892417"/>
                </a:lnTo>
                <a:cubicBezTo>
                  <a:pt x="209075" y="1884999"/>
                  <a:pt x="222114" y="1866643"/>
                  <a:pt x="209739" y="1861483"/>
                </a:cubicBezTo>
                <a:cubicBezTo>
                  <a:pt x="214584" y="1853278"/>
                  <a:pt x="219066" y="1844665"/>
                  <a:pt x="222950" y="1835810"/>
                </a:cubicBezTo>
                <a:lnTo>
                  <a:pt x="224812" y="1830569"/>
                </a:lnTo>
                <a:lnTo>
                  <a:pt x="224522" y="1830429"/>
                </a:lnTo>
                <a:cubicBezTo>
                  <a:pt x="224224" y="1829219"/>
                  <a:pt x="224571" y="1827468"/>
                  <a:pt x="225830" y="1824832"/>
                </a:cubicBezTo>
                <a:lnTo>
                  <a:pt x="228207" y="1821003"/>
                </a:lnTo>
                <a:lnTo>
                  <a:pt x="230878" y="1807109"/>
                </a:lnTo>
                <a:lnTo>
                  <a:pt x="227355" y="1805316"/>
                </a:lnTo>
                <a:lnTo>
                  <a:pt x="228132" y="1804434"/>
                </a:lnTo>
                <a:cubicBezTo>
                  <a:pt x="237533" y="1798221"/>
                  <a:pt x="248274" y="1797417"/>
                  <a:pt x="223762" y="1784314"/>
                </a:cubicBezTo>
                <a:cubicBezTo>
                  <a:pt x="240655" y="1769422"/>
                  <a:pt x="224912" y="1763793"/>
                  <a:pt x="226521" y="1740358"/>
                </a:cubicBezTo>
                <a:cubicBezTo>
                  <a:pt x="240385" y="1732435"/>
                  <a:pt x="239102" y="1724301"/>
                  <a:pt x="233164" y="1715685"/>
                </a:cubicBezTo>
                <a:cubicBezTo>
                  <a:pt x="245499" y="1694404"/>
                  <a:pt x="240415" y="1672675"/>
                  <a:pt x="245819" y="1647555"/>
                </a:cubicBezTo>
                <a:cubicBezTo>
                  <a:pt x="268668" y="1622803"/>
                  <a:pt x="248434" y="1605585"/>
                  <a:pt x="254317" y="1578752"/>
                </a:cubicBezTo>
                <a:lnTo>
                  <a:pt x="249918" y="1546022"/>
                </a:lnTo>
                <a:cubicBezTo>
                  <a:pt x="251996" y="1543635"/>
                  <a:pt x="248777" y="1521210"/>
                  <a:pt x="248927" y="1519929"/>
                </a:cubicBezTo>
                <a:lnTo>
                  <a:pt x="248704" y="1519731"/>
                </a:lnTo>
                <a:lnTo>
                  <a:pt x="252245" y="1514846"/>
                </a:lnTo>
                <a:cubicBezTo>
                  <a:pt x="255314" y="1501295"/>
                  <a:pt x="252199" y="1477394"/>
                  <a:pt x="254681" y="1463304"/>
                </a:cubicBezTo>
                <a:cubicBezTo>
                  <a:pt x="257024" y="1459891"/>
                  <a:pt x="268983" y="1432466"/>
                  <a:pt x="267138" y="1430305"/>
                </a:cubicBezTo>
                <a:lnTo>
                  <a:pt x="266110" y="1429568"/>
                </a:lnTo>
                <a:lnTo>
                  <a:pt x="286784" y="1404045"/>
                </a:lnTo>
                <a:lnTo>
                  <a:pt x="294521" y="1360879"/>
                </a:lnTo>
                <a:lnTo>
                  <a:pt x="324750" y="1301993"/>
                </a:lnTo>
                <a:lnTo>
                  <a:pt x="328780" y="1210776"/>
                </a:lnTo>
                <a:cubicBezTo>
                  <a:pt x="344171" y="1197232"/>
                  <a:pt x="343390" y="1192124"/>
                  <a:pt x="346123" y="1157176"/>
                </a:cubicBezTo>
                <a:cubicBezTo>
                  <a:pt x="359383" y="1110140"/>
                  <a:pt x="355619" y="1111028"/>
                  <a:pt x="349331" y="1063288"/>
                </a:cubicBezTo>
                <a:cubicBezTo>
                  <a:pt x="364194" y="1005331"/>
                  <a:pt x="362778" y="969963"/>
                  <a:pt x="431245" y="889417"/>
                </a:cubicBezTo>
                <a:lnTo>
                  <a:pt x="459477" y="816346"/>
                </a:lnTo>
                <a:cubicBezTo>
                  <a:pt x="465006" y="808083"/>
                  <a:pt x="496978" y="764380"/>
                  <a:pt x="489268" y="752692"/>
                </a:cubicBezTo>
                <a:lnTo>
                  <a:pt x="505368" y="724368"/>
                </a:lnTo>
                <a:lnTo>
                  <a:pt x="511178" y="722494"/>
                </a:lnTo>
                <a:lnTo>
                  <a:pt x="514451" y="717531"/>
                </a:lnTo>
                <a:cubicBezTo>
                  <a:pt x="514171" y="710761"/>
                  <a:pt x="513893" y="703992"/>
                  <a:pt x="513612" y="697222"/>
                </a:cubicBezTo>
                <a:cubicBezTo>
                  <a:pt x="513272" y="693376"/>
                  <a:pt x="513720" y="690905"/>
                  <a:pt x="514772" y="689289"/>
                </a:cubicBezTo>
                <a:lnTo>
                  <a:pt x="515249" y="689151"/>
                </a:lnTo>
                <a:cubicBezTo>
                  <a:pt x="515320" y="686637"/>
                  <a:pt x="515389" y="684122"/>
                  <a:pt x="515461" y="681608"/>
                </a:cubicBezTo>
                <a:cubicBezTo>
                  <a:pt x="522970" y="666964"/>
                  <a:pt x="551123" y="617831"/>
                  <a:pt x="560298" y="601285"/>
                </a:cubicBezTo>
                <a:cubicBezTo>
                  <a:pt x="558549" y="585107"/>
                  <a:pt x="540289" y="573171"/>
                  <a:pt x="570504" y="582332"/>
                </a:cubicBezTo>
                <a:cubicBezTo>
                  <a:pt x="570816" y="577121"/>
                  <a:pt x="573898" y="574271"/>
                  <a:pt x="578347" y="572511"/>
                </a:cubicBezTo>
                <a:lnTo>
                  <a:pt x="580375" y="572092"/>
                </a:lnTo>
                <a:lnTo>
                  <a:pt x="575722" y="536015"/>
                </a:lnTo>
                <a:lnTo>
                  <a:pt x="578705" y="531675"/>
                </a:lnTo>
                <a:lnTo>
                  <a:pt x="564084" y="491380"/>
                </a:lnTo>
                <a:cubicBezTo>
                  <a:pt x="560969" y="487340"/>
                  <a:pt x="560134" y="482008"/>
                  <a:pt x="564457" y="473782"/>
                </a:cubicBezTo>
                <a:lnTo>
                  <a:pt x="566413" y="472000"/>
                </a:lnTo>
                <a:lnTo>
                  <a:pt x="584600" y="354566"/>
                </a:lnTo>
                <a:cubicBezTo>
                  <a:pt x="586100" y="325288"/>
                  <a:pt x="584583" y="317533"/>
                  <a:pt x="588077" y="265704"/>
                </a:cubicBezTo>
                <a:cubicBezTo>
                  <a:pt x="588008" y="205530"/>
                  <a:pt x="578491" y="226511"/>
                  <a:pt x="580576" y="187093"/>
                </a:cubicBezTo>
                <a:cubicBezTo>
                  <a:pt x="579265" y="162458"/>
                  <a:pt x="569240" y="117589"/>
                  <a:pt x="587928" y="130336"/>
                </a:cubicBezTo>
                <a:cubicBezTo>
                  <a:pt x="552635" y="69804"/>
                  <a:pt x="604651" y="82036"/>
                  <a:pt x="593881" y="17287"/>
                </a:cubicBezTo>
                <a:cubicBezTo>
                  <a:pt x="600399" y="13784"/>
                  <a:pt x="605413" y="8440"/>
                  <a:pt x="609224" y="1705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8934383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19">
            <a:extLst>
              <a:ext uri="{FF2B5EF4-FFF2-40B4-BE49-F238E27FC236}">
                <a16:creationId xmlns:a16="http://schemas.microsoft.com/office/drawing/2014/main" id="{928F64C6-FE22-4FC1-A763-DFCC514811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4261224" y="4577975"/>
            <a:ext cx="7539349" cy="1899827"/>
          </a:xfrm>
          <a:prstGeom prst="rect">
            <a:avLst/>
          </a:prstGeom>
          <a:solidFill>
            <a:srgbClr val="404040"/>
          </a:solidFill>
          <a:ln w="127000" cap="sq" cmpd="thinThick">
            <a:solidFill>
              <a:srgbClr val="4040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8480734-DCE6-B886-7019-977E868D33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03468" y="4741948"/>
            <a:ext cx="6829520" cy="86203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ESTIMACIÓN UCP</a:t>
            </a:r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BB037D6C-2C05-8DDC-E3BD-35FF372ACD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74" r="1" b="21254"/>
          <a:stretch>
            <a:fillRect/>
          </a:stretch>
        </p:blipFill>
        <p:spPr>
          <a:xfrm>
            <a:off x="317636" y="321734"/>
            <a:ext cx="3797570" cy="2010551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76EB58C7-E22A-85C0-2A7E-5F78F8D0E9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952" r="1" b="4453"/>
          <a:stretch>
            <a:fillRect/>
          </a:stretch>
        </p:blipFill>
        <p:spPr>
          <a:xfrm>
            <a:off x="317634" y="2422097"/>
            <a:ext cx="3794760" cy="2013804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AAB725E6-0816-1C06-587F-EB62CDD9395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37" r="7948" b="2"/>
          <a:stretch>
            <a:fillRect/>
          </a:stretch>
        </p:blipFill>
        <p:spPr>
          <a:xfrm>
            <a:off x="4202549" y="321732"/>
            <a:ext cx="3793472" cy="4111323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B06ED4E2-BE06-A631-6617-F4FDBDC38CB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42" r="22685" b="-1"/>
          <a:stretch>
            <a:fillRect/>
          </a:stretch>
        </p:blipFill>
        <p:spPr>
          <a:xfrm>
            <a:off x="8086176" y="321733"/>
            <a:ext cx="3797984" cy="4111321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18E78100-2442-D575-B71A-D0588FA8EB3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50" b="5"/>
          <a:stretch>
            <a:fillRect/>
          </a:stretch>
        </p:blipFill>
        <p:spPr>
          <a:xfrm>
            <a:off x="317634" y="4525715"/>
            <a:ext cx="3794760" cy="2010551"/>
          </a:xfrm>
          <a:prstGeom prst="rect">
            <a:avLst/>
          </a:prstGeom>
        </p:spPr>
      </p:pic>
      <p:cxnSp>
        <p:nvCxnSpPr>
          <p:cNvPr id="27" name="Straight Connector 21">
            <a:extLst>
              <a:ext uri="{FF2B5EF4-FFF2-40B4-BE49-F238E27FC236}">
                <a16:creationId xmlns:a16="http://schemas.microsoft.com/office/drawing/2014/main" id="{5C34627B-48E6-4F4D-B843-97717A86B4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719934" y="5694097"/>
            <a:ext cx="5486400" cy="0"/>
          </a:xfrm>
          <a:prstGeom prst="line">
            <a:avLst/>
          </a:prstGeom>
          <a:ln w="15875">
            <a:solidFill>
              <a:srgbClr val="D9D9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85718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F2B6FE7-D79E-E797-6147-CFE49283DF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CRONOGRAMA</a:t>
            </a:r>
          </a:p>
        </p:txBody>
      </p:sp>
      <p:pic>
        <p:nvPicPr>
          <p:cNvPr id="6" name="Marcador de contenido 5">
            <a:extLst>
              <a:ext uri="{FF2B5EF4-FFF2-40B4-BE49-F238E27FC236}">
                <a16:creationId xmlns:a16="http://schemas.microsoft.com/office/drawing/2014/main" id="{F588813D-EB45-6693-C8BE-06B112FF963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22348"/>
            <a:ext cx="12221182" cy="4460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0643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399E87-4871-6A2D-234C-6D45091179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376555"/>
          </a:xfrm>
        </p:spPr>
        <p:txBody>
          <a:bodyPr>
            <a:normAutofit fontScale="90000"/>
          </a:bodyPr>
          <a:lstStyle/>
          <a:p>
            <a:r>
              <a:rPr lang="es-CL" dirty="0"/>
              <a:t>MATRIZ DE RIESGOS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F4204AF9-4DAC-56DA-9140-6EC302DE7D1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4042" y="2377440"/>
            <a:ext cx="6143916" cy="445516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17F5990A-BE19-FEB4-10C0-D5C3EBE5F9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76554"/>
            <a:ext cx="12192000" cy="1899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821022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17</Words>
  <Application>Microsoft Office PowerPoint</Application>
  <PresentationFormat>Panorámica</PresentationFormat>
  <Paragraphs>9</Paragraphs>
  <Slides>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Calibri</vt:lpstr>
      <vt:lpstr>Tema de Office</vt:lpstr>
      <vt:lpstr>FootballDB</vt:lpstr>
      <vt:lpstr>ESTIMACIÓN UCP</vt:lpstr>
      <vt:lpstr>CRONOGRAMA</vt:lpstr>
      <vt:lpstr>MATRIZ DE RIESGOS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Niko A7x</dc:creator>
  <cp:lastModifiedBy>Dante Chavez</cp:lastModifiedBy>
  <cp:revision>3</cp:revision>
  <dcterms:created xsi:type="dcterms:W3CDTF">2026-05-01T04:11:31Z</dcterms:created>
  <dcterms:modified xsi:type="dcterms:W3CDTF">2026-05-07T20:53:49Z</dcterms:modified>
</cp:coreProperties>
</file>